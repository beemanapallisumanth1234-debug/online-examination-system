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8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5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9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0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8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1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6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6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7336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67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9082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88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9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2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5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997612"/>
            <a:ext cx="5308866" cy="1927274"/>
          </a:xfrm>
        </p:spPr>
        <p:txBody>
          <a:bodyPr>
            <a:normAutofit/>
          </a:bodyPr>
          <a:lstStyle/>
          <a:p>
            <a:r>
              <a:rPr lang="en-US" sz="3500" dirty="0"/>
              <a:t>ONLINE EXAMINATION SYSTEM</a:t>
            </a:r>
            <a:br>
              <a:rPr lang="en-US" sz="2000" dirty="0"/>
            </a:br>
            <a:endParaRPr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5159" y="3816400"/>
            <a:ext cx="6593681" cy="1655762"/>
          </a:xfrm>
        </p:spPr>
        <p:txBody>
          <a:bodyPr>
            <a:normAutofit/>
          </a:bodyPr>
          <a:lstStyle/>
          <a:p>
            <a:r>
              <a:rPr lang="en-US" dirty="0"/>
              <a:t>Team members:</a:t>
            </a:r>
          </a:p>
          <a:p>
            <a:r>
              <a:rPr lang="en-US" dirty="0"/>
              <a:t>                            1.B.sumanth – 25f15a0517</a:t>
            </a:r>
          </a:p>
          <a:p>
            <a:r>
              <a:rPr lang="en-US" dirty="0"/>
              <a:t>                            2 . </a:t>
            </a:r>
            <a:r>
              <a:rPr lang="en-US" dirty="0" err="1"/>
              <a:t>T.venky</a:t>
            </a:r>
            <a:r>
              <a:rPr lang="en-US" dirty="0"/>
              <a:t> – 25f15a0513</a:t>
            </a:r>
          </a:p>
          <a:p>
            <a:r>
              <a:rPr lang="en-US" dirty="0"/>
              <a:t>                            3. t. Avinash –24f11a05j2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63CD4-C342-E75A-FF00-05A90803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03" y="309852"/>
            <a:ext cx="6593680" cy="1821969"/>
          </a:xfrm>
          <a:prstGeom prst="rect">
            <a:avLst/>
          </a:prstGeom>
        </p:spPr>
      </p:pic>
    </p:spTree>
  </p:cSld>
  <p:clrMapOvr>
    <a:masterClrMapping/>
  </p:clrMapOvr>
  <p:transition spd="slow" advTm="0">
    <p:fade/>
    <p:sndAc>
      <p:stSnd>
        <p:snd r:embed="rId2" name="applause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Examination System is a web-based platform used to conduct exams digitally.</a:t>
            </a:r>
          </a:p>
          <a:p>
            <a:r>
              <a:t>It helps students attend exams online and allows teachers to manage tests easily.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Conduct exams online</a:t>
            </a:r>
          </a:p>
          <a:p>
            <a:r>
              <a:t>• Reduce paper usage</a:t>
            </a:r>
          </a:p>
          <a:p>
            <a:r>
              <a:t>• Automatic result generation</a:t>
            </a:r>
          </a:p>
          <a:p>
            <a:r>
              <a:t>• Save time for teachers and students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Login</a:t>
            </a:r>
          </a:p>
          <a:p>
            <a:r>
              <a:t>• Admin Dashboard</a:t>
            </a:r>
          </a:p>
          <a:p>
            <a:r>
              <a:t>• Question Management</a:t>
            </a:r>
          </a:p>
          <a:p>
            <a:r>
              <a:t>• Timer-based Exams</a:t>
            </a:r>
          </a:p>
          <a:p>
            <a:r>
              <a:t>• Instant Results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HTML, CSS, JavaScript</a:t>
            </a:r>
          </a:p>
          <a:p>
            <a:r>
              <a:t>• Database (MySQL)</a:t>
            </a:r>
          </a:p>
          <a:p>
            <a:r>
              <a:t>• Backend (PHP/Python/Node.js)</a:t>
            </a:r>
          </a:p>
          <a:p>
            <a:r>
              <a:t>• Web Browser 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Interface → Server → Database</a:t>
            </a:r>
          </a:p>
          <a:p>
            <a:r>
              <a:t>Students and admins access the system through a browser connected to a server.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evaluation</a:t>
            </a:r>
          </a:p>
          <a:p>
            <a:r>
              <a:t>• Easy monitoring</a:t>
            </a:r>
          </a:p>
          <a:p>
            <a:r>
              <a:t>• Secure login system</a:t>
            </a:r>
          </a:p>
          <a:p>
            <a:r>
              <a:t>• Accessible from anywhere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internet connection</a:t>
            </a:r>
          </a:p>
          <a:p>
            <a:r>
              <a:t>• Server maintenance needed</a:t>
            </a:r>
          </a:p>
          <a:p>
            <a:r>
              <a:t>• Security challenges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proctoring</a:t>
            </a:r>
          </a:p>
          <a:p>
            <a:r>
              <a:t>• Mobile app support</a:t>
            </a:r>
          </a:p>
          <a:p>
            <a:r>
              <a:t>• Advanced analytics dashboard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Examination Systems make exams efficient, fast, and eco-friendly.</a:t>
            </a:r>
          </a:p>
          <a:p>
            <a:r>
              <a:t>They are widely used in schools, colleges, and competitive exams.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217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ONLINE EXAMINATION SYSTEM </vt:lpstr>
      <vt:lpstr>Introduction</vt:lpstr>
      <vt:lpstr>Objectives of the Project</vt:lpstr>
      <vt:lpstr>System Features</vt:lpstr>
      <vt:lpstr>Technologies Used</vt:lpstr>
      <vt:lpstr>System Architecture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bheemanapalli sumanth</cp:lastModifiedBy>
  <cp:revision>4</cp:revision>
  <dcterms:created xsi:type="dcterms:W3CDTF">2013-01-27T09:14:16Z</dcterms:created>
  <dcterms:modified xsi:type="dcterms:W3CDTF">2026-02-19T14:12:28Z</dcterms:modified>
  <cp:category/>
</cp:coreProperties>
</file>